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ianas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8000" y="324000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HIJAS DE MARÍA AUXILIADORA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3671999"/>
            <a:ext cx="64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C241"/>
                </a:solidFill>
                <a:latin typeface="Calibri"/>
              </a:defRPr>
            </a:pPr>
            <a:r>
              <a:t>INSTITUTO SALESIANAS 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388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C241"/>
                </a:solidFill>
                <a:latin typeface="Calibri"/>
              </a:defRPr>
            </a:pPr>
            <a:r>
              <a:t>NIF R0800057B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45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✓ 730 líneas móviles  ·  B2 Pack Ilimitada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478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✓ Cobertura nacional MasOrange + Movistar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50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✓ Bolsa de terminales: 8.000€ (36 meses)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0000" y="6840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ianas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7020000"/>
            <a:ext cx="9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lynks-tic.com · 911 08 98 77 · info@lynks-tic.com · Comercial: Javier Martín · 664 25 89 77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ianas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980000"/>
            <a:ext cx="28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45C241"/>
                </a:solidFill>
                <a:latin typeface="Calibri"/>
              </a:defRPr>
            </a:pPr>
            <a:r>
              <a:t>730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808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líneas móviles ilimitadas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3420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Precio negociado para 730 líneas: 7,50€/línea/mes   (Catálogo público: 9,45€  ·  21% de descuento)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7020000"/>
            <a:ext cx="9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lynks-tic.com · 911 08 98 77 · info@lynks-tic.com · Comercial: Javier Martín · 664 25 89 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ianas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1872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5C241"/>
                </a:solidFill>
                <a:latin typeface="Calibri"/>
              </a:defRPr>
            </a:pPr>
            <a:r>
              <a:t>5.475€/mes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340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antes: 6.898,50€/mes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2592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5C241"/>
                </a:solidFill>
                <a:latin typeface="Calibri"/>
              </a:defRPr>
            </a:pPr>
            <a:r>
              <a:t>21% de descuento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0000" y="2520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730 líneas móviles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0000" y="2736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Voz y datos ilimitados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2951999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7,50€/línea/mes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0000" y="2088000"/>
            <a:ext cx="25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5C241"/>
                </a:solidFill>
                <a:latin typeface="Calibri"/>
              </a:defRPr>
            </a:pPr>
            <a:r>
              <a:t>Nacional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0000" y="2448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Calibri"/>
              </a:defRPr>
            </a:pPr>
            <a:r>
              <a:t>cobertura garantizada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0000" y="2736000"/>
            <a:ext cx="25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5C241"/>
                </a:solidFill>
                <a:latin typeface="Calibri"/>
              </a:defRPr>
            </a:pPr>
            <a:r>
              <a:t>Doble 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504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5C241"/>
                </a:solidFill>
                <a:latin typeface="Calibri"/>
              </a:defRPr>
            </a:pPr>
            <a:r>
              <a:t>8.000€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7020000"/>
            <a:ext cx="9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lynks-tic.com · 911 08 98 77 · info@lynks-tic.com · Comercial: Javier Martín · 664 25 89 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ianas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62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5C241"/>
                </a:solidFill>
                <a:latin typeface="Calibri"/>
              </a:defRPr>
            </a:pPr>
            <a:r>
              <a:t>5.475 €/mes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232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730 líneas · 7,50€/línea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80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HIJAS DE MARÍA AUXILIADORA · INSTITUTO SALESIANAS CIR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024000"/>
            <a:ext cx="2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R0800057B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240000"/>
            <a:ext cx="2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36 meses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456000"/>
            <a:ext cx="28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Sin cuota de alta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0000" y="4140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5.475,00€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0" y="414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0,00€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0000" y="4392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8.000,00€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0" y="4680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730 uds.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000" y="4680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5.475,00€/mes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7020000"/>
            <a:ext cx="9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lynks-tic.com · 911 08 98 77 · info@lynks-tic.com · Comercial: Javier Martín · 664 25 89 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ianas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39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5C241"/>
                </a:solidFill>
                <a:latin typeface="Calibri"/>
              </a:defRPr>
            </a:pPr>
            <a:r>
              <a:t>69€/mes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80000" y="39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5C241"/>
                </a:solidFill>
                <a:latin typeface="Calibri"/>
              </a:defRPr>
            </a:pPr>
            <a:r>
              <a:t>49€/mes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20000" y="396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5C241"/>
                </a:solidFill>
                <a:latin typeface="Calibri"/>
              </a:defRPr>
            </a:pPr>
            <a:r>
              <a:t>34€/mes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7020000"/>
            <a:ext cx="9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lynks-tic.com · 911 08 98 77 · info@lynks-tic.com · Comercial: Javier Martín · 664 25 89 77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ianas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20000" y="270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5C241"/>
                </a:solidFill>
                <a:latin typeface="Calibri"/>
              </a:defRPr>
            </a:pPr>
            <a:r>
              <a:t>70€/mes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20000" y="414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5C241"/>
                </a:solidFill>
                <a:latin typeface="Calibri"/>
              </a:defRPr>
            </a:pPr>
            <a:r>
              <a:t>35€/mes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020000"/>
            <a:ext cx="972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  <a:latin typeface="Calibri"/>
              </a:defRPr>
            </a:pPr>
            <a:r>
              <a:t>lynks-tic.com · 911 08 98 77 · info@lynks-tic.com · Comercial: Javier Martín · 664 25 89 77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lesianas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0000" y="126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HIJAS DE MARÍA AUXILIADORA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0000" y="2592000"/>
            <a:ext cx="1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730 líneas móviles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220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Javier Martín Amador  ·  664 25 89 77  ·  javier.martin@lynks-tic.com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
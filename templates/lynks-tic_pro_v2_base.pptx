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sevicente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6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JOSE VICENTE SL (B28927994)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020000"/>
            <a:ext cx="9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lynks-tic.com  ·  911 08 98 77  ·  info@lynks-tic.com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sevicente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40000" y="3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JOSE VICENTE SL (B28927994)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0000" y="540000"/>
            <a:ext cx="43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Comercial: JAVIER MARTIN AMADOR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0000" y="684000"/>
            <a:ext cx="43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Teléfono: 664258977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0" y="827999"/>
            <a:ext cx="43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C. Electrónico: JAVIER.MARTIN@LYNKS-TIC.COM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80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PAQUETES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8000" y="180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B2ONE B8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000" y="180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8000" y="180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180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149,00€/mes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8000" y="1800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149,00 €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8000" y="20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LYNKS FTTO 1GB + BACKUP 4G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000" y="20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8000" y="20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8000" y="2034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8000" y="226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CANAL VOZ (TRUNK)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000" y="226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8000" y="226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8000" y="2268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8000" y="2502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EXT IP (IVR,GRABACIÓN,SOFTPHONE)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000" y="2502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8000" y="2502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8000" y="2502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8000" y="2736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DDI (NACIONAL)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000" y="2736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8000" y="2736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8000" y="2736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8000" y="297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MOVIL B2 ILIMITADA PACK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000" y="297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8000" y="2970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8000" y="2970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0,00 €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LYNKS MOBILE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TARIFAS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MOVIL B2 ILIMITADA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12 meses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8000" y="320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9,45€/mes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8000" y="3204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37,80 €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LYNKS 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EQUIPOS Y TERMINALES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8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GIGASET BÁSICO P710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8000" y="3438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3,00€/mes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8000" y="3438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24,00 €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0000" y="378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210,80 €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0000" y="378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210,80 €/mes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0000" y="7020000"/>
            <a:ext cx="9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lynks-tic.com  ·  911 08 98 77  ·  info@lynks-tic.com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sevicente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7020000"/>
            <a:ext cx="9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lynks-tic.com  ·  911 08 98 77  ·  info@lynks-tic.com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
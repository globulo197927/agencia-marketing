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181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 rot="480000">
            <a:off x="7132320" y="0"/>
            <a:ext cx="502920" cy="6858000"/>
          </a:xfrm>
          <a:prstGeom prst="rect">
            <a:avLst/>
          </a:prstGeom>
          <a:solidFill>
            <a:srgbClr val="CC0000">
              <a:alpha val="25000"/>
            </a:srgbClr>
          </a:solidFill>
          <a:ln w="12700">
            <a:solidFill>
              <a:srgbClr val="CC000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</a:rPr>
              <a:t>VODAFONE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FFCCCC"/>
                </a:solidFill>
              </a:rPr>
              <a:t>PROPUESTA COMERCIAL EMPRESAS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6459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FFFFF"/>
                </a:solidFill>
              </a:rPr>
              <a:t>RED BULL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320040" y="2560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E60000"/>
                </a:solidFill>
              </a:rPr>
              <a:t>ESPAÑA</a:t>
            </a:r>
            <a:endParaRPr lang="en-US" sz="7000" dirty="0"/>
          </a:p>
        </p:txBody>
      </p:sp>
      <p:sp>
        <p:nvSpPr>
          <p:cNvPr id="8" name="Shape 6"/>
          <p:cNvSpPr/>
          <p:nvPr/>
        </p:nvSpPr>
        <p:spPr>
          <a:xfrm>
            <a:off x="320040" y="3566160"/>
            <a:ext cx="1645920" cy="36576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0040" y="3703320"/>
            <a:ext cx="2304288" cy="301752"/>
          </a:xfrm>
          <a:prstGeom prst="rect">
            <a:avLst/>
          </a:prstGeom>
          <a:solidFill>
            <a:srgbClr val="2A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20040" y="3703320"/>
            <a:ext cx="23042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60000"/>
                </a:solidFill>
              </a:rPr>
              <a:t>485 LINEAS MOVILES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34056" y="3703320"/>
            <a:ext cx="2304288" cy="301752"/>
          </a:xfrm>
          <a:prstGeom prst="rect">
            <a:avLst/>
          </a:prstGeom>
          <a:solidFill>
            <a:srgbClr val="2A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734056" y="3703320"/>
            <a:ext cx="23042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60000"/>
                </a:solidFill>
              </a:rPr>
              <a:t>RED 5G VODAFONE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48072" y="3703320"/>
            <a:ext cx="2304288" cy="301752"/>
          </a:xfrm>
          <a:prstGeom prst="rect">
            <a:avLst/>
          </a:prstGeom>
          <a:solidFill>
            <a:srgbClr val="002200"/>
          </a:solidFill>
          <a:ln w="12700">
            <a:solidFill>
              <a:srgbClr val="00AA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148072" y="3703320"/>
            <a:ext cx="23042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C44"/>
                </a:solidFill>
              </a:rPr>
              <a:t>24 MESES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562088" y="3703320"/>
            <a:ext cx="2304288" cy="301752"/>
          </a:xfrm>
          <a:prstGeom prst="rect">
            <a:avLst/>
          </a:prstGeom>
          <a:solidFill>
            <a:srgbClr val="1A1A2E"/>
          </a:solidFill>
          <a:ln w="12700">
            <a:solidFill>
              <a:srgbClr val="4444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562088" y="3703320"/>
            <a:ext cx="23042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88FF"/>
                </a:solidFill>
              </a:rPr>
              <a:t>CLIENTE EMPRESA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411480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</a:rPr>
              <a:t>Full Speed 5G · Datos y llamadas ilimitadas en España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Roaming Europa incluido · 65 GB en zona UE/RU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1.000 SMS/mes · Secure Net incluido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4709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Abril 2026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418320" y="1417320"/>
            <a:ext cx="2651760" cy="3200400"/>
          </a:xfrm>
          <a:prstGeom prst="rect">
            <a:avLst/>
          </a:prstGeom>
          <a:solidFill>
            <a:srgbClr val="1C1C1C"/>
          </a:solidFill>
          <a:ln w="12700">
            <a:solidFill>
              <a:srgbClr val="E6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941832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60000"/>
                </a:solidFill>
              </a:rPr>
              <a:t>★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41832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00"/>
                </a:solidFill>
              </a:rPr>
              <a:t>DISTRIBUIDOR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18320" y="2514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0000"/>
                </a:solidFill>
              </a:rPr>
              <a:t>PLATINUM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149840" y="2926080"/>
            <a:ext cx="1188720" cy="2743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9418320" y="29992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Grupo Enertel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18320" y="33101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+10 años 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telecomunicaciones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418320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</a:rPr>
              <a:t>grupoenertel.com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</a:rPr>
              <a:t>Grupo Enertel · Distribuidor Platinum Vodafone Empresas · info@grupoenertel.com · 942-30-40-45</a:t>
            </a:r>
            <a:endParaRPr lang="en-US" sz="700" dirty="0"/>
          </a:p>
        </p:txBody>
      </p:sp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942" y="1372275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9144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TARIFA FULL SPEED 5G — EN ESPAÑA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CCCC"/>
                </a:solidFill>
              </a:rPr>
              <a:t>Vodafone Empresa Ilimitada Full Speed · 485 líneas · Red 5G · Sin límite de velocidad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200400" cy="15544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</a:rPr>
              <a:t>485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274320" y="1938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CCCC"/>
                </a:solidFill>
              </a:rPr>
              <a:t>LÍNEAS MÓVILES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697480"/>
            <a:ext cx="3200400" cy="1554480"/>
          </a:xfrm>
          <a:prstGeom prst="rect">
            <a:avLst/>
          </a:prstGeom>
          <a:solidFill>
            <a:srgbClr val="1C1C1C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74320" y="27432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D700"/>
                </a:solidFill>
              </a:rPr>
              <a:t>6,50€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274320" y="3675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AAAAAA"/>
                </a:solidFill>
              </a:rPr>
              <a:t>POR LÍNEA / MES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4370832"/>
            <a:ext cx="320040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74320" y="4370832"/>
            <a:ext cx="54864" cy="658368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20624" y="4370832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Permanencia: 24 meses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1005840"/>
            <a:ext cx="3931920" cy="155448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749040" y="1005840"/>
            <a:ext cx="64008" cy="15544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7022592" y="1115568"/>
            <a:ext cx="475488" cy="475488"/>
          </a:xfrm>
          <a:prstGeom prst="ellipse">
            <a:avLst/>
          </a:prstGeom>
          <a:solidFill>
            <a:srgbClr val="2A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931920" y="1097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Datos Ilimitados 5G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31920" y="1481328"/>
            <a:ext cx="1097280" cy="32004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931920" y="157276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</a:rPr>
              <a:t>Navegación sin límites a la máxima velocidad 5G. Sin reducción de caudal ni throttling.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92440" y="1005840"/>
            <a:ext cx="3931920" cy="155448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8092440" y="1005840"/>
            <a:ext cx="64008" cy="15544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11365992" y="1115568"/>
            <a:ext cx="475488" cy="475488"/>
          </a:xfrm>
          <a:prstGeom prst="ellipse">
            <a:avLst/>
          </a:prstGeom>
          <a:solidFill>
            <a:srgbClr val="2A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8275320" y="1097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Llamadas Ilimitadas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75320" y="1481328"/>
            <a:ext cx="1097280" cy="32004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8275320" y="157276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</a:rPr>
              <a:t>Llamadas ilimitadas a fijos y móviles en España y a la Zona 1 (UE+RU). Sin restricciones.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49040" y="2743200"/>
            <a:ext cx="3931920" cy="155448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3749040" y="2743200"/>
            <a:ext cx="64008" cy="15544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7022592" y="2852928"/>
            <a:ext cx="475488" cy="475488"/>
          </a:xfrm>
          <a:prstGeom prst="ellipse">
            <a:avLst/>
          </a:prstGeom>
          <a:solidFill>
            <a:srgbClr val="2A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931920" y="2834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1.000 SMS / mes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931920" y="3218688"/>
            <a:ext cx="1097280" cy="32004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3931920" y="331012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</a:rPr>
              <a:t>Mil mensajes de texto incluidos cada mes sin coste adicional.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92440" y="2743200"/>
            <a:ext cx="3931920" cy="155448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8092440" y="2743200"/>
            <a:ext cx="64008" cy="15544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11365992" y="2852928"/>
            <a:ext cx="475488" cy="475488"/>
          </a:xfrm>
          <a:prstGeom prst="ellipse">
            <a:avLst/>
          </a:prstGeom>
          <a:solidFill>
            <a:srgbClr val="2A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8275320" y="2834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Secure Net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75320" y="3218688"/>
            <a:ext cx="1097280" cy="32004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8275320" y="331012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</a:rPr>
              <a:t>Servicio de ciberseguridad incluido. Protección frente a malware y webs maliciosas.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49040" y="4480560"/>
            <a:ext cx="3931920" cy="155448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3749040" y="4480560"/>
            <a:ext cx="64008" cy="15544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7022592" y="4590288"/>
            <a:ext cx="475488" cy="475488"/>
          </a:xfrm>
          <a:prstGeom prst="ellipse">
            <a:avLst/>
          </a:prstGeom>
          <a:solidFill>
            <a:srgbClr val="2A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3931920" y="4572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MultiSIM OneNumber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931920" y="4956048"/>
            <a:ext cx="1097280" cy="32004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3931920" y="504748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</a:rPr>
              <a:t>Añade MultiSIM OneNumber bajo el mismo número. Perfecto para tablets y wearables.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092440" y="4480560"/>
            <a:ext cx="3931920" cy="155448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8092440" y="4480560"/>
            <a:ext cx="64008" cy="15544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11365992" y="4590288"/>
            <a:ext cx="475488" cy="475488"/>
          </a:xfrm>
          <a:prstGeom prst="ellipse">
            <a:avLst/>
          </a:prstGeom>
          <a:solidFill>
            <a:srgbClr val="2A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8275320" y="4572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Roaming Zona 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275320" y="4956048"/>
            <a:ext cx="1097280" cy="32004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8275320" y="504748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</a:rPr>
              <a:t>65 GB incluidos en toda la UE, Islandia, Liechtenstein, Noruega y Reino Unido.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</a:rPr>
              <a:t>Grupo Enertel · Distribuidor Platinum Vodafone Empresas · info@grupoenertel.com · 942-30-40-45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9144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ESPECIFICACIONES TÉCNICAS — FULL SPEED 5G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CCCC"/>
                </a:solidFill>
              </a:rPr>
              <a:t>Detalle completo de la tarifa Vodafone Empresa Ilimitada Full Speed para 485 líneas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794760" cy="1508760"/>
          </a:xfrm>
          <a:prstGeom prst="rect">
            <a:avLst/>
          </a:prstGeom>
          <a:solidFill>
            <a:srgbClr val="2A0000"/>
          </a:solidFill>
          <a:ln w="12700">
            <a:solidFill>
              <a:srgbClr val="E6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60000"/>
                </a:solidFill>
              </a:rPr>
              <a:t>RED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5G / 4G+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</a:rPr>
              <a:t>Máxima velocidad disponible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</a:rPr>
              <a:t>en cada momento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270248" y="1005840"/>
            <a:ext cx="3794760" cy="1508760"/>
          </a:xfrm>
          <a:prstGeom prst="rect">
            <a:avLst/>
          </a:prstGeom>
          <a:solidFill>
            <a:srgbClr val="002200"/>
          </a:solidFill>
          <a:ln w="12700">
            <a:solidFill>
              <a:srgbClr val="00CC44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407408" y="10515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C44"/>
                </a:solidFill>
              </a:rPr>
              <a:t>DATOS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07408" y="13258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Ilimitados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07408" y="19202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</a:rPr>
              <a:t>Sin reducción de caudal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</a:rPr>
              <a:t>ni throttling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266176" y="1005840"/>
            <a:ext cx="3794760" cy="1508760"/>
          </a:xfrm>
          <a:prstGeom prst="rect">
            <a:avLst/>
          </a:prstGeom>
          <a:solidFill>
            <a:srgbClr val="222200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403336" y="10515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D700"/>
                </a:solidFill>
              </a:rPr>
              <a:t>LLAMADAS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03336" y="13258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Ilimitadas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403336" y="19202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</a:rPr>
              <a:t>A fijos y móviles nacionales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</a:rPr>
              <a:t>y Zona 1 (UE+RU)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2697480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AAAAA"/>
                </a:solidFill>
              </a:rPr>
              <a:t>SERVICIOS INCLUIDOS EN LA TARIFA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99232"/>
            <a:ext cx="11612880" cy="228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1161288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11480" y="3182112"/>
            <a:ext cx="164592" cy="164592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85800" y="306324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Datos móvil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49040" y="3108960"/>
            <a:ext cx="22860" cy="31089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886200" y="306324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Ilimitados a velocidad máxima 5G. Sin cap de velocidad ni FUP.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502152"/>
            <a:ext cx="11612880" cy="402336"/>
          </a:xfrm>
          <a:prstGeom prst="rect">
            <a:avLst/>
          </a:prstGeom>
          <a:solidFill>
            <a:srgbClr val="222222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411480" y="3621024"/>
            <a:ext cx="164592" cy="164592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85800" y="35021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Llamadas nacionales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49040" y="3547872"/>
            <a:ext cx="22860" cy="31089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886200" y="350215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Ilimitadas a fijos y móviles en España.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941064"/>
            <a:ext cx="1161288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411480" y="4059936"/>
            <a:ext cx="164592" cy="164592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685800" y="394106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SMS nacionales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49040" y="3986784"/>
            <a:ext cx="22860" cy="31089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3886200" y="394106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1.000 SMS al mes incluidos.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379976"/>
            <a:ext cx="11612880" cy="402336"/>
          </a:xfrm>
          <a:prstGeom prst="rect">
            <a:avLst/>
          </a:prstGeom>
          <a:solidFill>
            <a:srgbClr val="222222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411480" y="4498848"/>
            <a:ext cx="164592" cy="164592"/>
          </a:xfrm>
          <a:prstGeom prst="ellipse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85800" y="437997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Roaming Zona 1 (UE)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49040" y="4425696"/>
            <a:ext cx="22860" cy="31089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3886200" y="437997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65 GB incluidos. Llamadas ilimitadas al mismo precio nacional. Exceso: 1,10€/GB.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818888"/>
            <a:ext cx="1161288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411480" y="4937760"/>
            <a:ext cx="164592" cy="164592"/>
          </a:xfrm>
          <a:prstGeom prst="ellipse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685800" y="481888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Llamadas internacionales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749040" y="4864608"/>
            <a:ext cx="22860" cy="31089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3886200" y="481888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500 min incluidos a países de la Zona 1 (Europa).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5257800"/>
            <a:ext cx="11612880" cy="402336"/>
          </a:xfrm>
          <a:prstGeom prst="rect">
            <a:avLst/>
          </a:prstGeom>
          <a:solidFill>
            <a:srgbClr val="222222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411480" y="5376672"/>
            <a:ext cx="164592" cy="164592"/>
          </a:xfrm>
          <a:prstGeom prst="ellipse">
            <a:avLst/>
          </a:prstGeom>
          <a:solidFill>
            <a:srgbClr val="00CC44"/>
          </a:solidFill>
          <a:ln w="12700">
            <a:solidFill>
              <a:srgbClr val="00CC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685800" y="525780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Secure Net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749040" y="5303520"/>
            <a:ext cx="22860" cy="31089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3886200" y="525780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Protección frente a malware, phishing y webs maliciosas. 3 primeros meses gratis.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5696712"/>
            <a:ext cx="1161288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411480" y="5815584"/>
            <a:ext cx="164592" cy="164592"/>
          </a:xfrm>
          <a:prstGeom prst="ellipse">
            <a:avLst/>
          </a:prstGeom>
          <a:solidFill>
            <a:srgbClr val="00CC44"/>
          </a:solidFill>
          <a:ln w="12700">
            <a:solidFill>
              <a:srgbClr val="00CC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685800" y="56967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MultiSIM OneNumber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749040" y="5742432"/>
            <a:ext cx="22860" cy="31089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3886200" y="569671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Posibilidad de añadir SIM adicional bajo el mismo número.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6135624"/>
            <a:ext cx="11612880" cy="402336"/>
          </a:xfrm>
          <a:prstGeom prst="rect">
            <a:avLst/>
          </a:prstGeom>
          <a:solidFill>
            <a:srgbClr val="222222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Shape 53"/>
          <p:cNvSpPr/>
          <p:nvPr/>
        </p:nvSpPr>
        <p:spPr>
          <a:xfrm>
            <a:off x="411480" y="6254496"/>
            <a:ext cx="164592" cy="16459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685800" y="613562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Permanencia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749040" y="6181344"/>
            <a:ext cx="22860" cy="31089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3886200" y="613562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24 meses con condiciones bloqueadas durante todo el período.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</a:rPr>
              <a:t>Grupo Enertel · Distribuidor Platinum Vodafone Empresas · info@grupoenertel.com · 942-30-40-45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6600"/>
          </a:solidFill>
          <a:ln w="12700">
            <a:solidFill>
              <a:srgbClr val="006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ROAMING VODAFONE — ZONA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EECC"/>
                </a:solidFill>
              </a:rPr>
              <a:t>EUROPA — INCLUIDO EN LA TARIFA · 65 GB de datos · Llamadas ilimitadas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75520" y="91440"/>
            <a:ext cx="2011680" cy="685800"/>
          </a:xfrm>
          <a:prstGeom prst="rect">
            <a:avLst/>
          </a:prstGeom>
          <a:solidFill>
            <a:srgbClr val="00AA33"/>
          </a:solidFill>
          <a:ln w="12700">
            <a:solidFill>
              <a:srgbClr val="00AA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875520" y="91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GRATIS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32004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448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488FF"/>
                </a:solidFill>
              </a:rPr>
              <a:t>DATOS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3898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65 GB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32004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00CC44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74320" y="2697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CC44"/>
                </a:solidFill>
              </a:rPr>
              <a:t>LLAMADAS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9900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Ilimitadas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74320" y="4206240"/>
            <a:ext cx="32004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74320" y="4297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D700"/>
                </a:solidFill>
              </a:rPr>
              <a:t>SMS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5902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Incluidas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74320" y="5852160"/>
            <a:ext cx="32004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11480" y="5852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</a:rPr>
              <a:t>Exceso de datos: 1,10€/GB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49040" y="1005840"/>
            <a:ext cx="8138160" cy="5486400"/>
          </a:xfrm>
          <a:prstGeom prst="rect">
            <a:avLst/>
          </a:prstGeom>
          <a:solidFill>
            <a:srgbClr val="1C1C1C"/>
          </a:solidFill>
          <a:ln w="12700">
            <a:solidFill>
              <a:srgbClr val="00AA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749040" y="1005840"/>
            <a:ext cx="8138160" cy="438912"/>
          </a:xfrm>
          <a:prstGeom prst="rect">
            <a:avLst/>
          </a:prstGeom>
          <a:solidFill>
            <a:srgbClr val="006600"/>
          </a:solidFill>
          <a:ln w="12700">
            <a:solidFill>
              <a:srgbClr val="006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840480" y="100584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PAÍSES INCLUIDOS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86200" y="1536192"/>
            <a:ext cx="39319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Alemania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Austria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Bélgica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Bulgaria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Caribe Francés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Chipre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Croacia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Dinamarca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Eslovaquia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Eslovenia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Estonia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Finlandia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Francia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Gibraltar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Grecia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Holanda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Hungría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Irlanda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Islandia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Italia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La Reunión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Letonia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Liechtenstein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Lituania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Luxemburgo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001000" y="1536192"/>
            <a:ext cx="3794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Malta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Mónaco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Noruega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Polonia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Portugal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Reino Unido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Rep. Checa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Rumania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San Marino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Suecia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Suiza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Turquía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Ucrania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Vaticano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Azores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Guadalupe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Guernsey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Guyana Francesa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Isla de Man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Isla Mayotte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Jersey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Kosovo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Madeira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Martinica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Moldavia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6446520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6666"/>
                </a:solidFill>
              </a:rPr>
              <a:t>Llamadas desde Zona 1 a Zona 2/6: 1,52€/min · a Zona 3: 3,35€/min · a Zona 4: 4,96€/min (establecimiento 0,49€)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</a:rPr>
              <a:t>Grupo Enertel · Distribuidor Platinum Vodafone Empresas · info@grupoenertel.com · 942-30-40-45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884400"/>
          </a:solidFill>
          <a:ln w="12700">
            <a:solidFill>
              <a:srgbClr val="884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ROAMING VODAFONE — ZONA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EECC"/>
                </a:solidFill>
              </a:rPr>
              <a:t>RESTO DEL MUNDO — Principales destinos internacionales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75520" y="91440"/>
            <a:ext cx="2011680" cy="685800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875520" y="91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13€/día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32004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448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488FF"/>
                </a:solidFill>
              </a:rPr>
              <a:t>DATOS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3898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 GB/día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32004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00CC44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74320" y="2697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CC44"/>
                </a:solidFill>
              </a:rPr>
              <a:t>LLAMADAS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9900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100 min/día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74320" y="4206240"/>
            <a:ext cx="32004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74320" y="4297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D700"/>
                </a:solidFill>
              </a:rPr>
              <a:t>SMS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5902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100 SMS/día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74320" y="5852160"/>
            <a:ext cx="32004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11480" y="5852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</a:rPr>
              <a:t>Los 2 GB son compartibles entre Zonas 2, 3 y 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49040" y="1005840"/>
            <a:ext cx="8138160" cy="5486400"/>
          </a:xfrm>
          <a:prstGeom prst="rect">
            <a:avLst/>
          </a:prstGeom>
          <a:solidFill>
            <a:srgbClr val="1C1C1C"/>
          </a:solidFill>
          <a:ln w="12700">
            <a:solidFill>
              <a:srgbClr val="CC66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749040" y="1005840"/>
            <a:ext cx="8138160" cy="438912"/>
          </a:xfrm>
          <a:prstGeom prst="rect">
            <a:avLst/>
          </a:prstGeom>
          <a:solidFill>
            <a:srgbClr val="884400"/>
          </a:solidFill>
          <a:ln w="12700">
            <a:solidFill>
              <a:srgbClr val="884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840480" y="100584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PAÍSES INCLUIDOS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86200" y="1536192"/>
            <a:ext cx="39319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Albania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Afganistán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Andorra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Anguila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Antigua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Antillas Hol.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Arabia Saudí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Armenia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Aruba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Australia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Barbados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Bermuda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Bonaire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Brasil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Brunei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Caimanes (Islas)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Camboya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Canadá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Chile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Costa Rica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Curaçao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Dominica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Ecuador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El Salvador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Fidji (Islas)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Filipinas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Ghana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Granada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Guatemala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Guyana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Haití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Honduras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Hong Kong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Indonesia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Israel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Jamaica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Japón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001000" y="1536192"/>
            <a:ext cx="3794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Kazakhstan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Kenia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Lesotho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Macao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Marruecos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Macedonia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México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Mozambique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Nicaragua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Nueva Zelanda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Palestina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Panamá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Papua Nueva Guinea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Paraguay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Perú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Puerto Rico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Qatar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Rep. Dem. del Congo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Rep. Dominicana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Rusia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Samoa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San Kitts y Nevis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San Vicente y Granadinas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Santa Lucía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Serbia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Singapur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Sri Lanka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Sudáfrica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Surinam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Tailandia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Tanzania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Tonga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Trinidad y Tobago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Turquesas y Caicos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Vanuatu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Vírgenes británicas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6446520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6666"/>
                </a:solidFill>
              </a:rPr>
              <a:t>Llamadas desde Zona 2: a Z.1/2/5/6: 1,52€/min · a Zona 3: 3,35€/min · a Zona 4: 4,96€/min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</a:rPr>
              <a:t>Grupo Enertel · Distribuidor Platinum Vodafone Empresas · info@grupoenertel.com · 942-30-40-45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5500AA"/>
          </a:solidFill>
          <a:ln w="12700">
            <a:solidFill>
              <a:srgbClr val="5500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ROAMING VODAFONE — ZONA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EECC"/>
                </a:solidFill>
              </a:rPr>
              <a:t>LATINOAMÉRICA Y OTROS — Destinos seleccionados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75520" y="91440"/>
            <a:ext cx="2011680" cy="685800"/>
          </a:xfrm>
          <a:prstGeom prst="rect">
            <a:avLst/>
          </a:prstGeom>
          <a:solidFill>
            <a:srgbClr val="7733CC"/>
          </a:solidFill>
          <a:ln w="12700">
            <a:solidFill>
              <a:srgbClr val="7733CC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875520" y="91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13€/día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32004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448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488FF"/>
                </a:solidFill>
              </a:rPr>
              <a:t>DATOS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3898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 GB/día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32004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00CC44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74320" y="2697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CC44"/>
                </a:solidFill>
              </a:rPr>
              <a:t>LLAMADAS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9900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100 min/día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74320" y="4206240"/>
            <a:ext cx="32004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74320" y="4297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D700"/>
                </a:solidFill>
              </a:rPr>
              <a:t>SMS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5902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100 SMS/día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74320" y="5852160"/>
            <a:ext cx="32004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11480" y="5852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</a:rPr>
              <a:t>2 GB compartibles entre Zonas 2, 3 y 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49040" y="1005840"/>
            <a:ext cx="8138160" cy="5486400"/>
          </a:xfrm>
          <a:prstGeom prst="rect">
            <a:avLst/>
          </a:prstGeom>
          <a:solidFill>
            <a:srgbClr val="1C1C1C"/>
          </a:solidFill>
          <a:ln w="12700">
            <a:solidFill>
              <a:srgbClr val="7733CC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749040" y="1005840"/>
            <a:ext cx="8138160" cy="438912"/>
          </a:xfrm>
          <a:prstGeom prst="rect">
            <a:avLst/>
          </a:prstGeom>
          <a:solidFill>
            <a:srgbClr val="5500AA"/>
          </a:solidFill>
          <a:ln w="12700">
            <a:solidFill>
              <a:srgbClr val="5500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840480" y="100584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PAÍSES INCLUIDOS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86200" y="1536192"/>
            <a:ext cx="39319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Argentina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Benín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Bosnia-Herzegovina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Camerún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Colombia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001000" y="1536192"/>
            <a:ext cx="3794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Montenegro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Pakistán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Senegal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Uruguay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6446520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6666"/>
                </a:solidFill>
              </a:rPr>
              <a:t>Llamadas desde Zona 3: a Zonas 1/2/3/5/6: 3,35€/min · a Zona 4: 4,96€/min (establecimiento 0,49€)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</a:rPr>
              <a:t>Grupo Enertel · Distribuidor Platinum Vodafone Empresas · info@grupoenertel.com · 942-30-40-45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ROAMING VODAFONE — ZONA 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EECC"/>
                </a:solidFill>
              </a:rPr>
              <a:t>ÁFRICA, ORIENTE MEDIO Y OTROS — Tarifa sin bono diario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75520" y="91440"/>
            <a:ext cx="2011680" cy="68580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875520" y="91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Sin bono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32004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448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488FF"/>
                </a:solidFill>
              </a:rPr>
              <a:t>DATOS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3898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20€/MB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32004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00CC44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74320" y="2697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CC44"/>
                </a:solidFill>
              </a:rPr>
              <a:t>LLAMADAS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9900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4,96€/min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74320" y="4206240"/>
            <a:ext cx="32004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74320" y="4297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D700"/>
                </a:solidFill>
              </a:rPr>
              <a:t>SMS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5902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1€/SMS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74320" y="5852160"/>
            <a:ext cx="32004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11480" y="5852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</a:rPr>
              <a:t>MMS: 3€. Establecimiento: 0,49€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49040" y="1005840"/>
            <a:ext cx="8138160" cy="5486400"/>
          </a:xfrm>
          <a:prstGeom prst="rect">
            <a:avLst/>
          </a:prstGeom>
          <a:solidFill>
            <a:srgbClr val="1C1C1C"/>
          </a:solidFill>
          <a:ln w="12700">
            <a:solidFill>
              <a:srgbClr val="CC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749040" y="1005840"/>
            <a:ext cx="8138160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840480" y="100584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PAÍSES INCLUIDOS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86200" y="1536192"/>
            <a:ext cx="39319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Angola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Bahamas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Bahréin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Bangladesh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Belice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Bután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Bielorrusia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Bolivia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Botswana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Burkina Faso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Burundi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Cabo Verde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Centráfricana (Rep.)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Chad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Comoras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Congo (Rep.)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Cook (Islas)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Corea del Sur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Costa de Marfil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Cuba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Djibouti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Emiratos Árabes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Etiopía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Feroe (Islas)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Gabón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Gambia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Groenlandia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Guinea-Bissáu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Guinea Ecuatorial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Irak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Kiribati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Kuwait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Laos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Líbano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Liberia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Libia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Madagascar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001000" y="1536192"/>
            <a:ext cx="3794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Maldivas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Malawi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Malí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Malvinas (Islas)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Mauricio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Mauritania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Mongolia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Montserrat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Myanmar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Namibia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Nepal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Níger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Nigeria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Nueva Caledonia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Palau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Rep. de Guinea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Rep. Kirguisa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Ruanda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Salomón (Islas)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Santo Tomé y Príncipe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Seychelles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Sierra Leona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Suazilandia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Sudán del Sur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Omán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Tahítí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Taiwán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Tayikistán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Timor-Leste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Togo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Uganda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Uzbekistán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Venezuela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Yemen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Zambia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Zimbabwe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6446520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6666"/>
                </a:solidFill>
              </a:rPr>
              <a:t>Llamadas desde Zona 4 a todas las zonas: 4,96€/min · Sin bono diario disponible en esta zona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</a:rPr>
              <a:t>Grupo Enertel · Distribuidor Platinum Vodafone Empresas · info@grupoenertel.com · 942-30-40-45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ROAMING VODAFONE — ZONA 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EECC"/>
                </a:solidFill>
              </a:rPr>
              <a:t>ESTADOS UNIDOS — El bono más económico del mercado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75520" y="91440"/>
            <a:ext cx="2011680" cy="685800"/>
          </a:xfrm>
          <a:prstGeom prst="rect">
            <a:avLst/>
          </a:prstGeom>
          <a:solidFill>
            <a:srgbClr val="2255CC"/>
          </a:solidFill>
          <a:ln w="12700">
            <a:solidFill>
              <a:srgbClr val="2255CC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875520" y="91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5€/día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32004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448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488FF"/>
                </a:solidFill>
              </a:rPr>
              <a:t>DATOS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3898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 GB/día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32004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00CC44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74320" y="2697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CC44"/>
                </a:solidFill>
              </a:rPr>
              <a:t>LLAMADAS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9900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100 min/día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74320" y="4206240"/>
            <a:ext cx="32004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74320" y="4297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D700"/>
                </a:solidFill>
              </a:rPr>
              <a:t>SMS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5902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100 SMS/día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74320" y="5852160"/>
            <a:ext cx="32004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11480" y="5852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</a:rPr>
              <a:t>Exceso: 0,0032€/MB · Hablar: 0,18€/min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49040" y="1005840"/>
            <a:ext cx="8138160" cy="5486400"/>
          </a:xfrm>
          <a:prstGeom prst="rect">
            <a:avLst/>
          </a:prstGeom>
          <a:solidFill>
            <a:srgbClr val="1C1C1C"/>
          </a:solidFill>
          <a:ln w="12700">
            <a:solidFill>
              <a:srgbClr val="2255CC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749040" y="1005840"/>
            <a:ext cx="8138160" cy="438912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840480" y="100584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PAÍSES INCLUIDOS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86200" y="1536192"/>
            <a:ext cx="39319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Estados Unidos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Islas Vírgenes EE.UU.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001000" y="1536192"/>
            <a:ext cx="3794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Guam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6446520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6666"/>
                </a:solidFill>
              </a:rPr>
              <a:t>Llamadas desde Zona 5: a todas las zonas 0,18€/min (establecimiento 0,15€) · SMS: 0,15€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</a:rPr>
              <a:t>Grupo Enertel · Distribuidor Platinum Vodafone Empresas · info@grupoenertel.com · 942-30-40-45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5500AA"/>
          </a:solidFill>
          <a:ln w="12700">
            <a:solidFill>
              <a:srgbClr val="5500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ROAMING VODAFONE — ZONA 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EECC"/>
                </a:solidFill>
              </a:rPr>
              <a:t>ASIA Y NORTE DE ÁFRICA — Destinos estratégicos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75520" y="91440"/>
            <a:ext cx="2011680" cy="685800"/>
          </a:xfrm>
          <a:prstGeom prst="rect">
            <a:avLst/>
          </a:prstGeom>
          <a:solidFill>
            <a:srgbClr val="8833DD"/>
          </a:solidFill>
          <a:ln w="12700">
            <a:solidFill>
              <a:srgbClr val="8833DD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875520" y="91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13€/día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32004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448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488FF"/>
                </a:solidFill>
              </a:rPr>
              <a:t>DATOS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3898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 GB/día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32004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00CC44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74320" y="2697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CC44"/>
                </a:solidFill>
              </a:rPr>
              <a:t>LLAMADAS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9900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100 min/día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74320" y="4206240"/>
            <a:ext cx="32004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74320" y="4297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D700"/>
                </a:solidFill>
              </a:rPr>
              <a:t>SMS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5902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100 SMS/día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74320" y="5852160"/>
            <a:ext cx="32004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11480" y="5852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</a:rPr>
              <a:t>Navegar: 5€/MB · MMS: 2€ · SMS: 1€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49040" y="1005840"/>
            <a:ext cx="8138160" cy="5486400"/>
          </a:xfrm>
          <a:prstGeom prst="rect">
            <a:avLst/>
          </a:prstGeom>
          <a:solidFill>
            <a:srgbClr val="1C1C1C"/>
          </a:solidFill>
          <a:ln w="12700">
            <a:solidFill>
              <a:srgbClr val="8833DD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749040" y="1005840"/>
            <a:ext cx="8138160" cy="438912"/>
          </a:xfrm>
          <a:prstGeom prst="rect">
            <a:avLst/>
          </a:prstGeom>
          <a:solidFill>
            <a:srgbClr val="5500AA"/>
          </a:solidFill>
          <a:ln w="12700">
            <a:solidFill>
              <a:srgbClr val="5500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840480" y="100584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PAÍSES INCLUIDOS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86200" y="1536192"/>
            <a:ext cx="39319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Argelia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Azerbaiyán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China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Egipto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Georgia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001000" y="1536192"/>
            <a:ext cx="3794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India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Jordania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Malasia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Túnez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CCCCCC"/>
                </a:solidFill>
              </a:rPr>
              <a:t>▸ Vietnam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6446520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66666"/>
                </a:solidFill>
              </a:rPr>
              <a:t>Llamadas desde Zona 6: a Z.1/2/5/6: 1,52€/min · a Zona 3: 3,35€/min · a Zona 4: 4,96€/min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</a:rPr>
              <a:t>Grupo Enertel · Distribuidor Platinum Vodafone Empresas · info@grupoenertel.com · 942-30-40-45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ROAMING VODAFONE — DESCUENTO INTERNACIONAL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93776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50% DE DESCUENTO EN ROAMING VOZ, DATOS Y LLAMADAS INTERNACIONALES — VÁLIDO POR LOS PRIMEROS 6 MESES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45720"/>
            <a:ext cx="1645920" cy="7498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73152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0000"/>
                </a:solidFill>
              </a:rPr>
              <a:t>50% DTO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2606040" cy="2103120"/>
          </a:xfrm>
          <a:prstGeom prst="rect">
            <a:avLst/>
          </a:prstGeom>
          <a:solidFill>
            <a:srgbClr val="222222"/>
          </a:solidFill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C00"/>
                </a:solidFill>
              </a:rPr>
              <a:t>ROAMING VOZ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2240280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52704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33172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Descuento en llamadas
desde el extranjero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81528" y="960120"/>
            <a:ext cx="2606040" cy="2103120"/>
          </a:xfrm>
          <a:prstGeom prst="rect">
            <a:avLst/>
          </a:prstGeom>
          <a:solidFill>
            <a:srgbClr val="222222"/>
          </a:solidFill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81528" y="10972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C00"/>
                </a:solidFill>
              </a:rPr>
              <a:t>ROAMING DATOS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4408" y="1463040"/>
            <a:ext cx="2240280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81528" y="152704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33172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Descuento en datos
en zona internacional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88736" y="960120"/>
            <a:ext cx="2606040" cy="2103120"/>
          </a:xfrm>
          <a:prstGeom prst="rect">
            <a:avLst/>
          </a:prstGeom>
          <a:solidFill>
            <a:srgbClr val="222222"/>
          </a:solidFill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88736" y="10972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C00"/>
                </a:solidFill>
              </a:rPr>
              <a:t>INTERNACIONAL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71616" y="1463040"/>
            <a:ext cx="2240280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88736" y="152704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8736" y="233172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Descuento en llamadas
a destinos internacionales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46120"/>
            <a:ext cx="8595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C00"/>
                </a:solidFill>
              </a:rPr>
              <a:t>CONDICIONES DEL DESCUENTO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★  Aplica a las 485 líneas de Red Bull España — Tarifa Full Speed 5G con permanencia 24 meses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0448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★  Descuento del 50% en Roaming Voz, Roaming Datos y Llamadas Internacionales durante los primeros 6 meses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15137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★  A partir del mes 7 se aplica la tarifa estándar de roaming Vodafone por zonas (ver slides anteriores)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9144000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" y="4882896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AAAAAA"/>
                </a:solidFill>
              </a:rPr>
              <a:t>Grupo </a:t>
            </a:r>
            <a:r>
              <a:rPr sz="700" b="0" i="0" dirty="0" err="1">
                <a:solidFill>
                  <a:srgbClr val="AAAAAA"/>
                </a:solidFill>
              </a:rPr>
              <a:t>Enertel</a:t>
            </a:r>
            <a:r>
              <a:rPr sz="700" b="0" i="0" dirty="0">
                <a:solidFill>
                  <a:srgbClr val="AAAAAA"/>
                </a:solidFill>
              </a:rPr>
              <a:t> · </a:t>
            </a:r>
            <a:r>
              <a:rPr sz="700" b="0" i="0" dirty="0" err="1">
                <a:solidFill>
                  <a:srgbClr val="AAAAAA"/>
                </a:solidFill>
              </a:rPr>
              <a:t>Distribuidor</a:t>
            </a:r>
            <a:r>
              <a:rPr sz="700" b="0" i="0" dirty="0">
                <a:solidFill>
                  <a:srgbClr val="AAAAAA"/>
                </a:solidFill>
              </a:rPr>
              <a:t> Platinum Vodafone </a:t>
            </a:r>
            <a:r>
              <a:rPr sz="700" b="0" i="0" dirty="0" err="1">
                <a:solidFill>
                  <a:srgbClr val="AAAAAA"/>
                </a:solidFill>
              </a:rPr>
              <a:t>Empresas</a:t>
            </a:r>
            <a:r>
              <a:rPr sz="700" b="0" i="0" dirty="0">
                <a:solidFill>
                  <a:srgbClr val="AAAAAA"/>
                </a:solidFill>
              </a:rPr>
              <a:t> · </a:t>
            </a:r>
            <a:r>
              <a:rPr sz="700" b="0" i="0" dirty="0" err="1">
                <a:solidFill>
                  <a:srgbClr val="AAAAAA"/>
                </a:solidFill>
              </a:rPr>
              <a:t>info@grupoenertel.com</a:t>
            </a:r>
            <a:r>
              <a:rPr sz="700" b="0" i="0" dirty="0">
                <a:solidFill>
                  <a:srgbClr val="AAAAAA"/>
                </a:solidFill>
              </a:rPr>
              <a:t> · 942-30-40-45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9144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PROPUESTA ECONÓMICA — RED BULL ESPAÑA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CCCC"/>
                </a:solidFill>
              </a:rPr>
              <a:t>485 líneas · Full Speed 5G · 24 meses · Coste final 6,50€/línea/mes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486400" cy="13716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CCCC"/>
                </a:solidFill>
              </a:rPr>
              <a:t>FACTURA VODAFONE</a:t>
            </a:r>
            <a:endParaRPr lang="en-US" sz="10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5.845,26 €/mes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0" y="960120"/>
            <a:ext cx="5943600" cy="1371600"/>
          </a:xfrm>
          <a:prstGeom prst="rect">
            <a:avLst/>
          </a:prstGeom>
          <a:solidFill>
            <a:srgbClr val="1C1C1C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943600" y="96012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FFD700"/>
                </a:solidFill>
              </a:rPr>
              <a:t>PRIMEROS 3 MESES (50% DTO)</a:t>
            </a:r>
            <a:endParaRPr lang="en-US" sz="95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D700"/>
                </a:solidFill>
              </a:rPr>
              <a:t>2.920,22 €/mes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514600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AAAAA"/>
                </a:solidFill>
              </a:rPr>
              <a:t>APOYOS ECONÓMICOS INCLUIDOS EN LA OFERTA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16352"/>
            <a:ext cx="11612880" cy="228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74320" y="2880360"/>
            <a:ext cx="3657600" cy="1508760"/>
          </a:xfrm>
          <a:prstGeom prst="rect">
            <a:avLst/>
          </a:prstGeom>
          <a:solidFill>
            <a:srgbClr val="2A0000"/>
          </a:solidFill>
          <a:ln w="12700">
            <a:solidFill>
              <a:srgbClr val="E6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1148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60000"/>
                </a:solidFill>
              </a:rPr>
              <a:t>APOYO VODAFONE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2461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8.760 €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11480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AAAA"/>
                </a:solidFill>
              </a:rPr>
              <a:t>Descuento directo en factura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60520" y="2880360"/>
            <a:ext cx="3657600" cy="1508760"/>
          </a:xfrm>
          <a:prstGeom prst="rect">
            <a:avLst/>
          </a:prstGeom>
          <a:solidFill>
            <a:srgbClr val="002200"/>
          </a:solidFill>
          <a:ln w="12700">
            <a:solidFill>
              <a:srgbClr val="00CC44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29768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C44"/>
                </a:solidFill>
              </a:rPr>
              <a:t>APOYO GRUPO ENERTEL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0" y="32461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55.157 €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297680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AAAA"/>
                </a:solidFill>
              </a:rPr>
              <a:t>Apoyo comercial adicional Enertel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046720" y="2880360"/>
            <a:ext cx="3657600" cy="1508760"/>
          </a:xfrm>
          <a:prstGeom prst="rect">
            <a:avLst/>
          </a:prstGeom>
          <a:solidFill>
            <a:srgbClr val="222200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818388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D700"/>
                </a:solidFill>
              </a:rPr>
              <a:t>TOTAL APOYO COMBINADO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83880" y="32461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63.917 €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183880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AAAA"/>
                </a:solidFill>
              </a:rPr>
              <a:t>Vodafone + Grupo Enertel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4498848"/>
            <a:ext cx="11612880" cy="47548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274320" y="4498848"/>
            <a:ext cx="11612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</a:rPr>
              <a:t>COSTE FINAL CON TODOS LOS DESCUENTOS:</a:t>
            </a:r>
            <a:r>
              <a:rPr lang="en-US" sz="1800" b="1" dirty="0">
                <a:solidFill>
                  <a:srgbClr val="111111"/>
                </a:solidFill>
              </a:rPr>
              <a:t>   6,50 € / línea / mes</a:t>
            </a:r>
            <a:r>
              <a:rPr lang="en-US" sz="1000" dirty="0">
                <a:solidFill>
                  <a:srgbClr val="333333"/>
                </a:solidFill>
              </a:rPr>
              <a:t>   ·   485 líneas   ·   24 meses de permanencia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</a:rPr>
              <a:t>Grupo Enertel · Distribuidor Platinum Vodafone Empresas · info@grupoenertel.com · 942-30-40-45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PRÓXIMOS PASOS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CCCC"/>
                </a:solidFill>
              </a:rPr>
              <a:t>Estamos listos para formalizar la propuesta para RED BULL ESPAÑA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606040" cy="3200400"/>
          </a:xfrm>
          <a:prstGeom prst="rect">
            <a:avLst/>
          </a:prstGeom>
          <a:solidFill>
            <a:srgbClr val="1C1C1C"/>
          </a:solidFill>
          <a:ln w="12700">
            <a:solidFill>
              <a:srgbClr val="E6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275588" y="1115568"/>
            <a:ext cx="694944" cy="694944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275588" y="11155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Revisión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20140" y="2350008"/>
            <a:ext cx="1005840" cy="36576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Confirma los detalles de la propuesta: 485 líneas, tarifa Full Speed, permanencia 24 meses.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72968" y="1024128"/>
            <a:ext cx="2606040" cy="3200400"/>
          </a:xfrm>
          <a:prstGeom prst="rect">
            <a:avLst/>
          </a:prstGeom>
          <a:solidFill>
            <a:srgbClr val="1C1C1C"/>
          </a:solidFill>
          <a:ln w="12700">
            <a:solidFill>
              <a:srgbClr val="E6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128516" y="1115568"/>
            <a:ext cx="694944" cy="694944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128516" y="11155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10128" y="1938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Firma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73068" y="2350008"/>
            <a:ext cx="1005840" cy="36576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310128" y="245059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Proceso 100% digital. Sin desplazamientos. Firma electrónica del contrato.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25896" y="1024128"/>
            <a:ext cx="2606040" cy="3200400"/>
          </a:xfrm>
          <a:prstGeom prst="rect">
            <a:avLst/>
          </a:prstGeom>
          <a:solidFill>
            <a:srgbClr val="1C1C1C"/>
          </a:solidFill>
          <a:ln w="12700">
            <a:solidFill>
              <a:srgbClr val="E6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981444" y="1115568"/>
            <a:ext cx="694944" cy="694944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981444" y="11155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63056" y="1938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Portabilidades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25996" y="2350008"/>
            <a:ext cx="1005840" cy="36576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63056" y="245059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Gestión completa de portabilidades por nuestro equipo. Sin interrupciones de servicio.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878824" y="1024128"/>
            <a:ext cx="2606040" cy="3200400"/>
          </a:xfrm>
          <a:prstGeom prst="rect">
            <a:avLst/>
          </a:prstGeom>
          <a:solidFill>
            <a:srgbClr val="1C1C1C"/>
          </a:solidFill>
          <a:ln w="12700">
            <a:solidFill>
              <a:srgbClr val="E6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9834372" y="1115568"/>
            <a:ext cx="694944" cy="694944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9834372" y="11155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15984" y="1938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Activación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78924" y="2350008"/>
            <a:ext cx="1005840" cy="36576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9015984" y="245059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Activación en el plazo acordado. Soporte técnico dedicado incluido.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480" y="4466439"/>
            <a:ext cx="12161520" cy="54864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0" y="4315968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TEL: 942-30-40-45   │   info@grupoenertel.com   │   grupoenertel.com   │   C/ Astorga 6, Alcorcon - Madrid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</a:rPr>
              <a:t>Grupo Enertel · Distribuidor Platinum Vodafone Empresas · info@grupoenertel.com · 942-30-40-45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1840</Words>
  <Application>Microsoft Macintosh PowerPoint</Application>
  <PresentationFormat>Panorámica</PresentationFormat>
  <Paragraphs>430</Paragraphs>
  <Slides>12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Vodafone Red Bull Espana</dc:title>
  <dc:subject>PptxGenJS Presentation</dc:subject>
  <dc:creator>Grupo Enertel</dc:creator>
  <cp:lastModifiedBy>Javier Martin</cp:lastModifiedBy>
  <cp:revision>4</cp:revision>
  <dcterms:created xsi:type="dcterms:W3CDTF">2026-04-14T09:12:36Z</dcterms:created>
  <dcterms:modified xsi:type="dcterms:W3CDTF">2026-04-20T08:24:42Z</dcterms:modified>
</cp:coreProperties>
</file>